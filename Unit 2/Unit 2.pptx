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7CB9-376B-D3EF-7E71-7F8DE7522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07B53-2AAC-4DEA-E5D9-B218B65E6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8DD02-FD2E-4955-0475-7878F581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0BDCB-A887-F31A-D3EA-E0A15BEB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3B97-CAB4-BB64-0EDA-601F8118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43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BD7C-8C60-82A1-A463-1D4D7805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B5C6-894D-F68B-2A8D-DFE4AEC4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BF1F-7186-EE1C-E8D1-E7DE65A9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0C7CA-4CA9-632F-B079-22ED524E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0561C-15B2-EC5E-8F37-8B2C7144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71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CA87-83DF-3D0F-BA1A-9BF64D8E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6C975-92D3-E055-2BE7-50AF69732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C536-3957-1F4F-5D57-BB7CF8033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647F9-8121-25FB-75C3-84AC79A7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1F15B-7989-DB9B-21C4-68728AB5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8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BFA3-D71D-7C74-1594-B9D2F48A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ACC2-7EE8-D676-F088-61570B71D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4A0D9-5512-A8A8-7670-5CC97E1E5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67A07-E6DD-25F6-23CD-46298E07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B84E7-D9C9-7594-CAF0-657B5592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736CE-B8C5-8200-F93C-3F5D3273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26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D51E-65F1-AECB-9474-061969C1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B660-55F1-6F84-93FA-C1FE9B14A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A3C3C-0C51-64B9-6364-BDEAF1FA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C7C6B-6B41-1962-63C6-A4E049994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89CCE-EE1C-90AF-6E7D-B63114E23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29A1C-E145-461D-699A-43204B31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81D85-09FC-6889-D10C-243D532A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32848-84AC-D446-0714-E4CB8BFA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6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9997-6A2D-2407-640B-11751040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CAD48-B5F0-F990-02A5-034B7FEB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12F74-3F87-D961-722C-8FF1C03F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AEE6C-6AC1-1694-BC2C-7654ED9F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7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C67C6-CBFB-D47D-7556-D8E82303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7E740-C633-7BC4-7B87-0A36632C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F0855-5FEC-735A-8243-4C44B7D9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39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A34D-03EC-D5B0-4410-1DAF5B91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20F6-A7F4-7DE3-79B5-2D81B2F95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42BBA-5BB7-BB1A-8A16-7D2E0B99A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44C3D-EEF5-B373-E920-A08A9BE0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D7069-99D3-6E4D-4D21-BDF0D2C5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3A6C-52D1-E967-E1E1-2209A46A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5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F68A-86BC-7E6F-2861-E2C7C1DB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A2557-0849-9773-8671-CCCED8F60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4C7DA-3890-7B12-C66E-518C27EE9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D98F5-20D9-CECC-4307-3E0A52AF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EFDB2-D561-364E-D35D-A2FF8088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34330-34B5-D64F-47F7-D024F37A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46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F1FE-4258-E5DC-64CB-4F14EAF1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3F2E8-77B0-2367-747E-B61648604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77C20-B290-80AB-A7C7-C7CEAAB4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2FC4-E0C7-ECDA-C5FD-14E1FA1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64F5-C044-EA53-8CEB-125A9DD8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13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C1952-E048-C008-F730-265D7013F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D3E4C-08F9-1DFF-8A6A-00B71016D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A932-5B67-648D-24DC-B8BEE4F3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30EC-D51E-5D1C-5466-ACBA2B3C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4A852-3C49-41F7-FE08-D6693767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4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C869A-2AB8-AA54-49AB-BB86DCF0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E25D6-DBE6-2A1E-D8E6-85A18B1FA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EEED0-9C7A-E476-5A85-B982B16D5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6EE79-BA1F-4D97-BE41-A558E5ECA441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309E6-AF01-C8E9-4A9D-A04BC29E9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2A52E-3A0E-945A-E092-79C33E83E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6DAF7-619D-417E-8827-456DB86A8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9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C95F-F5A3-7D1F-E0FA-333B729A6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40AAB-366E-74A0-E9A0-193A49D7C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83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1C0C-A30E-3233-5679-C49B7F96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Python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088E-C577-2BBF-34F7-FC7FB5069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 define the type of value a variable can store.</a:t>
            </a:r>
          </a:p>
          <a:p>
            <a:r>
              <a:rPr lang="en-IN" dirty="0"/>
              <a:t>Main Python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BF1C3D-8F01-A4DE-EA63-D9C9C410B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929899"/>
              </p:ext>
            </p:extLst>
          </p:nvPr>
        </p:nvGraphicFramePr>
        <p:xfrm>
          <a:off x="995516" y="3020060"/>
          <a:ext cx="8472950" cy="3291840"/>
        </p:xfrm>
        <a:graphic>
          <a:graphicData uri="http://schemas.openxmlformats.org/drawingml/2006/table">
            <a:tbl>
              <a:tblPr/>
              <a:tblGrid>
                <a:gridCol w="4236475">
                  <a:extLst>
                    <a:ext uri="{9D8B030D-6E8A-4147-A177-3AD203B41FA5}">
                      <a16:colId xmlns:a16="http://schemas.microsoft.com/office/drawing/2014/main" val="932146203"/>
                    </a:ext>
                  </a:extLst>
                </a:gridCol>
                <a:gridCol w="4236475">
                  <a:extLst>
                    <a:ext uri="{9D8B030D-6E8A-4147-A177-3AD203B41FA5}">
                      <a16:colId xmlns:a16="http://schemas.microsoft.com/office/drawing/2014/main" val="4210786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039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8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91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+ 3j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06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"Python"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58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[1,2,3]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38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(1,2,3)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80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{"name":"Ram"}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372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True /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840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0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9B03-7336-8B83-B05A-1999D7DC2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Numeric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B662-B1FF-413D-A20D-B73C0FA6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Integer (int)</a:t>
            </a:r>
          </a:p>
          <a:p>
            <a:r>
              <a:rPr lang="en-US" dirty="0"/>
              <a:t>Integers are whole numbers without decimal points.</a:t>
            </a:r>
          </a:p>
          <a:p>
            <a:r>
              <a:rPr lang="en-IN" b="1" dirty="0"/>
              <a:t>Float</a:t>
            </a:r>
          </a:p>
          <a:p>
            <a:r>
              <a:rPr lang="en-IN" dirty="0"/>
              <a:t>Float stores decimal values.</a:t>
            </a:r>
          </a:p>
          <a:p>
            <a:r>
              <a:rPr lang="en-US" b="1" dirty="0"/>
              <a:t>Complex Number</a:t>
            </a:r>
          </a:p>
          <a:p>
            <a:r>
              <a:rPr lang="en-US" dirty="0"/>
              <a:t>Complex numbers contain real and imaginary parts.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7DA20-3436-4DE1-CE12-12E141FB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916" y="681037"/>
            <a:ext cx="2902560" cy="1720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3CF3F-8F88-C8BF-C05E-DAC4536DF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518" y="2716984"/>
            <a:ext cx="2998352" cy="1697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E7D18F-2733-4B68-CBA6-1F79DD7C9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916" y="4683384"/>
            <a:ext cx="2875161" cy="171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5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A059-8CE1-B904-E0AC-4399D307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String Data Type and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BBBE-1214-36E2-694F-12DFB257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String?</a:t>
            </a:r>
          </a:p>
          <a:p>
            <a:r>
              <a:rPr lang="en-US" dirty="0"/>
              <a:t>A string is a sequence of characters enclosed in quotes.</a:t>
            </a:r>
          </a:p>
          <a:p>
            <a:r>
              <a:rPr lang="en-IN" dirty="0"/>
              <a:t>String Operations</a:t>
            </a:r>
          </a:p>
          <a:p>
            <a:r>
              <a:rPr lang="en-IN" dirty="0"/>
              <a:t>1. Concatenation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F6007-A121-B75D-35F0-D86E1753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478" y="2883679"/>
            <a:ext cx="2759231" cy="1090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F56814-5A60-8FF9-5A24-B8E612FCA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83" y="4001294"/>
            <a:ext cx="342292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5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0A2A-4E7D-33C8-F71A-A2638FC3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ACA0-28A5-32A0-9B99-967583C6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String Data Type and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A2DBA-75B2-33B0-A719-845B0E251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 Repetition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3. String Length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86DEF-3EFF-6E2F-DD16-99FEAB18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7" y="2501179"/>
            <a:ext cx="2834886" cy="1036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7C81C4-B329-D1C3-B71D-B08D41272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7" y="4645716"/>
            <a:ext cx="3261469" cy="153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06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DEA9-E145-AC3C-9DAC-981681C5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String Data Type and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783E-4DDB-5B9B-010C-48022428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4. String Indexing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5. String Slicing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0EF83-38B1-01A5-2874-BE5E4974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00" y="2417575"/>
            <a:ext cx="2624732" cy="1718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0285C-FB1A-F088-FF33-5755F92FD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266" y="4641055"/>
            <a:ext cx="2720576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DD5A-C744-F188-A60B-CB34F829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6274-DC0D-7440-4260-808F002F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String Data Type and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B371C-65CD-5465-8CC9-4FDBE7BE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6. Upper and Lower Case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045D3-683E-70C3-9E47-0CA9FA93E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44" y="2529761"/>
            <a:ext cx="3591812" cy="226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25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CF38-ED94-F586-1D6E-3C4231DD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C69C-3931-508B-9185-96A38A22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List and List 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3A991-722E-2AE9-5F25-E2D4427AD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List?</a:t>
            </a:r>
          </a:p>
          <a:p>
            <a:r>
              <a:rPr lang="en-US" dirty="0"/>
              <a:t>A list is a collection of multiple items stored in square brackets [].</a:t>
            </a:r>
          </a:p>
          <a:p>
            <a:r>
              <a:rPr lang="en-IN" dirty="0"/>
              <a:t>Lists are mutable (changeable).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Accessing List Elements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D3EAA-342E-069A-7882-E73EB281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32" y="3429000"/>
            <a:ext cx="3429297" cy="1470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6D32EC-DF78-2CE3-0BD1-0D69D1588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35" y="4767268"/>
            <a:ext cx="4366638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5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AFA4-1902-F5F3-E2E2-E5690984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FCEE-47DF-4B4F-5C67-A62DC9B6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List and List 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FEBA-906F-4509-1AFA-C365C571E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 Slicing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Adding Elements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AA25D-1A25-0F5B-B181-854EC32D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96" y="2345836"/>
            <a:ext cx="2872989" cy="1958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F2DE68-BAED-6CD5-E813-F765AD31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96" y="4906319"/>
            <a:ext cx="2979678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05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932AE-A3C9-406F-A7F6-BE0E45B8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6656-D578-23AA-417C-031785F6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List and List 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7BF6-67ED-E4C8-6BEE-FC96D06EA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Updating List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ADC4D-9F75-5DCF-EB97-8E04DDB8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60" y="2460836"/>
            <a:ext cx="3284104" cy="213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7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A327-CAD1-7986-F184-28B6D495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Tuple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C47F-9EBE-CF52-A660-B78BEBB09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Tuple?</a:t>
            </a:r>
          </a:p>
          <a:p>
            <a:r>
              <a:rPr lang="en-US" dirty="0"/>
              <a:t>A tuple is a collection of items stored in parentheses ().</a:t>
            </a:r>
          </a:p>
          <a:p>
            <a:r>
              <a:rPr lang="en-US" dirty="0"/>
              <a:t>Tuples are immutable (cannot be changed).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445DA-E17B-F91B-6F9D-E0D715519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6" y="3429000"/>
            <a:ext cx="4130398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7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182F-7C7F-0186-7EBF-77C7037B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07E1-3120-5FAE-F892-5CD5A27F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Tuple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942F-71C8-7E6F-BABC-30D6E05DF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Accessing Tuple Elements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Tuple Slicing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9D50D-73FF-D5DB-6225-CFCE6463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50" y="2405420"/>
            <a:ext cx="3261643" cy="17146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CFF3B-5358-DD68-7B56-6668F5D20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50" y="5066194"/>
            <a:ext cx="2728196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76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491C-469D-4464-E112-EC6BBEB7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Python Program Flow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5D4F-4083-68B2-69C1-2B1C3F6FF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 decides the order in which statements execute.</a:t>
            </a:r>
          </a:p>
          <a:p>
            <a:r>
              <a:rPr lang="en-US" dirty="0"/>
              <a:t>Python supports:</a:t>
            </a:r>
          </a:p>
          <a:p>
            <a:r>
              <a:rPr lang="en-US" dirty="0"/>
              <a:t>Conditional Statements </a:t>
            </a:r>
          </a:p>
          <a:p>
            <a:r>
              <a:rPr lang="en-US" dirty="0"/>
              <a:t>Loops </a:t>
            </a:r>
          </a:p>
          <a:p>
            <a:r>
              <a:rPr lang="en-US" dirty="0"/>
              <a:t>Loop Control 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848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31CE-B38E-3E68-39DD-DD6BD022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Conditional Blocks using if, else and </a:t>
            </a:r>
            <a:r>
              <a:rPr lang="en-US" dirty="0" err="1"/>
              <a:t>elif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DD95-0318-32DE-45E7-32984772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Statement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5B0B7-4A69-3518-0BB4-FF0F361E6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88" y="2572705"/>
            <a:ext cx="5537579" cy="28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46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F6E7-8183-DDFA-B440-FD3AE922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6733-CF56-7F79-8753-302FCC0C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Conditional Blocks using if, else and </a:t>
            </a:r>
            <a:r>
              <a:rPr lang="en-US" dirty="0" err="1"/>
              <a:t>elif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A5FA2-F391-5B36-16C9-9AC304E1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if-else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37C0A-F301-ED4C-D673-5C24C7D7C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6116"/>
            <a:ext cx="3938383" cy="271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99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714E-F57C-D5C2-5720-DE137B61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Conditional Blocks using if, else and </a:t>
            </a:r>
            <a:r>
              <a:rPr lang="en-US" dirty="0" err="1"/>
              <a:t>elif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E42EF-D255-1884-1B58-1C661B7F4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if-</a:t>
            </a:r>
            <a:r>
              <a:rPr lang="en-IN" dirty="0" err="1"/>
              <a:t>elif</a:t>
            </a:r>
            <a:r>
              <a:rPr lang="en-IN" dirty="0"/>
              <a:t>-else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35AC3-5102-A13C-99F1-83AB244E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39" y="2549814"/>
            <a:ext cx="3764364" cy="325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2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4122-80BD-8714-BA1D-1471E934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Simple for Loops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0613B-5FA2-2271-61C8-AF788D513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 loop is used to repeat statements multiple times.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702F4-E615-FF34-A3B1-DD5193B1E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15" y="2580355"/>
            <a:ext cx="4094024" cy="188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3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5CCF-C9AF-AFE8-5B62-4FB9FE1F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for Loop using Range, String, List and 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F107-B30B-5741-AAFE-EB610E6BE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range()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Using String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1519C-925C-7851-31C4-B043F81E1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40" y="2424142"/>
            <a:ext cx="3101609" cy="1303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EB9AF2-C980-C2D9-FE1F-1159A71D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39" y="4510286"/>
            <a:ext cx="3430733" cy="180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8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A0AA-FEE5-7007-B405-D79F3A5A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BE2E-275D-A41A-F5F6-4D15FD9D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for Loop using Range, String, List and 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6399-3B8E-4E10-1CB0-DBD5D3BF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Dictionary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48579-4465-FC20-14DB-FDAEC2674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2118"/>
            <a:ext cx="4250246" cy="27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7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ADF1-F388-7DDD-BD60-1BC4DF79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while Loops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9AF2-D758-B34F-9BAF-B9AB66F7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while loop runs until the condition becomes False.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07268-A683-BA02-BF28-D8413CBC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00" y="2468797"/>
            <a:ext cx="2860439" cy="25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4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010D-B2F3-51B6-9784-2FB7E625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Loop Manipulation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7E7D-2ADD-C1CA-6E8C-E39F5EA4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break Statement</a:t>
            </a:r>
          </a:p>
          <a:p>
            <a:r>
              <a:rPr lang="en-US" dirty="0"/>
              <a:t>Stops the loop immediately.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E9B8D-C120-9EA9-01BC-33014CC5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8181"/>
            <a:ext cx="2751058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96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10AE-82FD-1BC2-9504-109965D1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9EA5-BA1C-9B85-74C5-9CE8D7BED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Loop Manipulation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C31D-03C4-DD40-107B-849DDA33C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 continue Statement</a:t>
            </a:r>
          </a:p>
          <a:p>
            <a:r>
              <a:rPr lang="en-IN" dirty="0"/>
              <a:t>Skips current iteration.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E4AA39-77D7-6A15-1E1B-DB923AF1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50095"/>
            <a:ext cx="3790180" cy="27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6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6141-6006-1FB4-2FBF-66F11EB1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5C1A-DC18-39A1-77FA-375210DD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Loop Manipulation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0B800-FD83-9D74-797A-69F2FA9B2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pass Statement</a:t>
            </a:r>
          </a:p>
          <a:p>
            <a:r>
              <a:rPr lang="en-US" dirty="0"/>
              <a:t>Used as a placeholder.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28379-48EC-50D0-CE0F-301BDCFC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47" y="2989751"/>
            <a:ext cx="4792037" cy="260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51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C454-36B7-AC59-3A11-70473630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77A3-E8EE-B489-06A8-EB2C5119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Loop Manipulation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BD9D-634C-022B-5BEF-535A6FEA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else with Loop</a:t>
            </a:r>
          </a:p>
          <a:p>
            <a:r>
              <a:rPr lang="en-US" dirty="0"/>
              <a:t>else executes when loop finishes normally.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E0D83-87DF-A223-985D-61F4BE93B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88" y="2972505"/>
            <a:ext cx="4098330" cy="25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72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50D8-D51F-0EF5-BC7C-C04C80AC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Programming using Python Conditional and Loops Block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B11FF-1E0C-E2AC-6CEE-2F527747C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1: Find Largest Number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DF0C8-0635-B012-0539-F2CFF60CD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82" y="2706026"/>
            <a:ext cx="4305300" cy="32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75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E2737-65FA-94E1-C15B-2F9D8DF6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729B-53D0-C32F-5CB8-88B93DD8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Programming using Python Conditional and Loops Block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B85E-86B7-17A9-B395-83D8D533C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2: Print Even Numbers from 1 to 10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858A5-7E5E-B3C9-0744-F5B489AA2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98" y="2725118"/>
            <a:ext cx="5161675" cy="260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24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D477-FD05-FFE8-52FF-B52A192C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F66E-4DDB-BFF3-13A2-CD89D6ED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Programming using Python Conditional and Loops Block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2D38-415B-AEF0-0A59-E127554E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3: Sum of First 5 Numbers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FF3D4-5CA8-2DC4-62EC-C0ACCED1D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31" y="2618050"/>
            <a:ext cx="3979850" cy="339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9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486</Words>
  <Application>Microsoft Office PowerPoint</Application>
  <PresentationFormat>Widescreen</PresentationFormat>
  <Paragraphs>129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Python</vt:lpstr>
      <vt:lpstr>1. Python Data Types</vt:lpstr>
      <vt:lpstr>2. Numeric Data Types</vt:lpstr>
      <vt:lpstr>3. String Data Type and String Operations</vt:lpstr>
      <vt:lpstr>3. String Data Type and String Operations</vt:lpstr>
      <vt:lpstr>3. String Data Type and String Operations</vt:lpstr>
      <vt:lpstr>3. String Data Type and String Operations</vt:lpstr>
      <vt:lpstr>4. List and List Slicing</vt:lpstr>
      <vt:lpstr>4. List and List Slicing</vt:lpstr>
      <vt:lpstr>4. List and List Slicing</vt:lpstr>
      <vt:lpstr>5. Tuple Data Type</vt:lpstr>
      <vt:lpstr>5. Tuple Data Type</vt:lpstr>
      <vt:lpstr>6. Python Program Flow Control</vt:lpstr>
      <vt:lpstr>7. Conditional Blocks using if, else and elif</vt:lpstr>
      <vt:lpstr>7. Conditional Blocks using if, else and elif</vt:lpstr>
      <vt:lpstr>7. Conditional Blocks using if, else and elif</vt:lpstr>
      <vt:lpstr>8. Simple for Loops in Python</vt:lpstr>
      <vt:lpstr>9. for Loop using Range, String, List and Dictionary</vt:lpstr>
      <vt:lpstr>9. for Loop using Range, String, List and Dictionary</vt:lpstr>
      <vt:lpstr>10. while Loops in Python</vt:lpstr>
      <vt:lpstr>11. Loop Manipulation Statements</vt:lpstr>
      <vt:lpstr>11. Loop Manipulation Statements</vt:lpstr>
      <vt:lpstr>11. Loop Manipulation Statements</vt:lpstr>
      <vt:lpstr>11. Loop Manipulation Statements</vt:lpstr>
      <vt:lpstr>12. Programming using Python Conditional and Loops Block</vt:lpstr>
      <vt:lpstr>12. Programming using Python Conditional and Loops Block</vt:lpstr>
      <vt:lpstr>12. Programming using Python Conditional and Loops Block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48</cp:revision>
  <dcterms:created xsi:type="dcterms:W3CDTF">2026-05-13T06:19:12Z</dcterms:created>
  <dcterms:modified xsi:type="dcterms:W3CDTF">2026-05-16T10:34:46Z</dcterms:modified>
</cp:coreProperties>
</file>