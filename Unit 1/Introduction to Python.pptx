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00A9-9F9A-7D42-1E0D-974B2DBE7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DC247-E095-57CA-057E-6231D3422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70CB2-EC49-DA77-CA93-21A8596A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D5766-B75A-4162-3B99-1C9BE417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38CE-666C-27A7-BD97-8A129322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87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509A-C78B-ADCC-DB29-A4288DE0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6819-904B-0D5D-DB1A-3715EBA52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7583F-A8BF-9CDD-A0FA-748B18DD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B26A7-E972-6746-8E81-DF772AEB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46A18-E03F-6365-E956-6B39733C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67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313A-7E90-8BC0-9505-8ABFE6939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3DF6C-3ACA-F1D3-E6D0-1EB4E288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C733E-F3EF-88C9-2C91-A1BCB2D0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9FC92-5E53-7091-D3EE-9963CE54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C47D1-2D9A-D794-E74F-67DAE795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36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0F0C-C752-4BBB-DFC5-DADD8C62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32DA0-EDFD-CC8F-620B-1CC2270A8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4CB69-3260-D285-D2AF-D4C45A50D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0CE76-F03B-1307-CA75-B536690F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9CB64-FAA1-C42D-C644-B90E29B7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16681-1E79-6F73-8BEC-02DD9891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1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EBD1-D073-B174-533B-DF6B64CB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231CA-D719-F50C-47CD-4D147FF35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39CD0-CCDE-667D-8A0C-518A2447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EC377-3894-5271-399D-1D5333E20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18D61-AA37-3FCC-F164-1831CAC2F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1F78F-AD75-42B7-E1D9-B1F9DFD4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B8CD4-2DBD-7BED-2824-D683377D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A5CEC-027D-6CE0-97C6-DAA82DF8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7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579B-3615-6622-8C8A-8E7741C3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44CBB-3D77-9EBA-B4A8-FDD5647B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80C9D-C8BC-94BE-3E5D-E76630F8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CCCBE-3EB6-30B6-DB77-F9CB04A7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98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4860B-DECD-623F-E569-463AC429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53492-D9F3-D748-B4A6-A04585AA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1C4C9-F761-BA01-1646-3829787C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3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6555-9827-8C2B-264A-A00B978E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BCC8-C7ED-D840-F840-C7947F18C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808C8-16AE-597E-78A7-08A6B7BAA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8FE81-40D7-08B3-BF30-EEF58E3F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F99D3-E3EB-80AB-6D76-118022E6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A68D9-6C05-BD1F-7C03-68BA8A25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0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66C9-CCEF-4171-E2F5-E1C78FBF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2BD38-B14D-76A6-32EB-3E565E085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ED393-A582-8AB2-9336-F256BC2A9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622C0-4E52-56C6-0A8C-5FED87D8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9D878-3E40-02A6-893D-77C2C19D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12681-F343-E524-FAB5-04C23A04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41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24B9-E1C9-8EEC-E38F-6107F8BA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E2B6A-7B70-6B3D-2E91-5CB1C68CC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F454E-4701-4180-84FC-2B1DB7FF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5358D-2CA6-677D-E679-09A15DC1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E876-D91C-FAE2-5D35-73E96C6B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EF0C1-479E-DA7C-D4BB-5AAD6CD31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03D46-F75C-5B94-112D-036D05B82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5A83-1D4A-4B87-5931-56BC3B1F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F741-A229-03EA-4301-6E6A515F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6971-387A-FEEE-449B-A5989B5F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62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99A9E-58F5-5DA8-C497-A1655365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9177-F86E-6ABB-14AE-BED75CDE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2AB2-B81B-7C4B-16D6-67086695E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B91B-C70B-4179-BCC4-4B73BFF061E6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C39F5-5E2C-2FDF-1523-4F807B97A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2FF23-6897-BF14-C63F-99B3CB121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5EDEE-7293-4CE9-A688-914F28367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57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?utm_source=chatgpt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D7F2-1B07-9E7A-9839-8A49F672F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2ED89-789B-1592-42B7-1BA260798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83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33BC-DE2A-8DCD-505C-33088042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B013-F1C6-3986-9DA5-F8AEAE81B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high-level, interpreted, and general-purpose programming language.</a:t>
            </a:r>
          </a:p>
          <a:p>
            <a:r>
              <a:rPr lang="en-US" dirty="0"/>
              <a:t>It is simple, readable, and widely used for:</a:t>
            </a:r>
          </a:p>
          <a:p>
            <a:r>
              <a:rPr lang="en-US" dirty="0"/>
              <a:t>Web Development </a:t>
            </a:r>
          </a:p>
          <a:p>
            <a:r>
              <a:rPr lang="en-US" dirty="0"/>
              <a:t>Artificial Intelligence </a:t>
            </a:r>
          </a:p>
          <a:p>
            <a:r>
              <a:rPr lang="en-US" dirty="0"/>
              <a:t>Data Science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Software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34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8500-EA67-C280-B395-530FA423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03EB-6CBF-DEC5-0817-5368060A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D77D1-6D18-CDA5-00B6-B11265513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Interpreted:</a:t>
            </a:r>
            <a:br>
              <a:rPr lang="en-US" dirty="0"/>
            </a:br>
            <a:r>
              <a:rPr lang="en-US" dirty="0"/>
              <a:t>Python is an interpreted language, which means the code is executed line by line by an interpreter without needing compilation before running. This makes Python easier to test and debug.</a:t>
            </a:r>
          </a:p>
          <a:p>
            <a:r>
              <a:rPr lang="en-US" b="1" dirty="0"/>
              <a:t>General-purpose:</a:t>
            </a:r>
            <a:br>
              <a:rPr lang="en-US" dirty="0"/>
            </a:br>
            <a:r>
              <a:rPr lang="en-US" dirty="0"/>
              <a:t>Python is a general-purpose programming language, which means it can be used for many different types of tasks such as web development, software development, data analysis, artificial intelligence, automation, and game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81485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9837-5051-BB53-8E31-A262ECD1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E8065-58FC-9495-8856-EE8DFA1B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5CFC-B085-8CEC-DA09-15F72E422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Python Used In:</a:t>
            </a:r>
          </a:p>
          <a:p>
            <a:r>
              <a:rPr lang="en-US" b="1" dirty="0"/>
              <a:t>Web Development:</a:t>
            </a:r>
            <a:br>
              <a:rPr lang="en-US" dirty="0"/>
            </a:br>
            <a:r>
              <a:rPr lang="en-US" dirty="0"/>
              <a:t>Creating websites and web applications. </a:t>
            </a:r>
          </a:p>
          <a:p>
            <a:r>
              <a:rPr lang="en-US" b="1" dirty="0"/>
              <a:t>Artificial Intelligence (AI):</a:t>
            </a:r>
            <a:br>
              <a:rPr lang="en-US" dirty="0"/>
            </a:br>
            <a:r>
              <a:rPr lang="en-US" dirty="0"/>
              <a:t>Developing smart systems that can think, learn, and make decisions like humans. </a:t>
            </a:r>
          </a:p>
          <a:p>
            <a:r>
              <a:rPr lang="en-US" b="1" dirty="0"/>
              <a:t>Data Science:</a:t>
            </a:r>
            <a:br>
              <a:rPr lang="en-US" dirty="0"/>
            </a:br>
            <a:r>
              <a:rPr lang="en-US" dirty="0"/>
              <a:t>Analyzing and processing data to find useful information and insights. </a:t>
            </a:r>
          </a:p>
          <a:p>
            <a:r>
              <a:rPr lang="en-US" b="1" dirty="0"/>
              <a:t>Automation:</a:t>
            </a:r>
            <a:br>
              <a:rPr lang="en-US" dirty="0"/>
            </a:br>
            <a:r>
              <a:rPr lang="en-US" dirty="0"/>
              <a:t>Performing repetitive tasks automatically using programs instead of doing them manually. </a:t>
            </a:r>
          </a:p>
          <a:p>
            <a:r>
              <a:rPr lang="en-US" b="1" dirty="0"/>
              <a:t>Software Development:</a:t>
            </a:r>
            <a:br>
              <a:rPr lang="en-US" dirty="0"/>
            </a:br>
            <a:r>
              <a:rPr lang="en-US" dirty="0"/>
              <a:t>Creating desktop applications, tools, and different types of software programs.</a:t>
            </a:r>
          </a:p>
        </p:txBody>
      </p:sp>
    </p:spTree>
    <p:extLst>
      <p:ext uri="{BB962C8B-B14F-4D97-AF65-F5344CB8AC3E}">
        <p14:creationId xmlns:p14="http://schemas.microsoft.com/office/powerpoint/2010/main" val="139064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B2C6-6F3E-B193-C2D1-7E63E001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B403D-B39D-2AA1-3214-15F48F38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Easy to learn:</a:t>
            </a:r>
            <a:br>
              <a:rPr lang="en-US" dirty="0"/>
            </a:br>
            <a:r>
              <a:rPr lang="en-US" dirty="0"/>
              <a:t>Python is beginner-friendly and easy to understand. </a:t>
            </a:r>
          </a:p>
          <a:p>
            <a:r>
              <a:rPr lang="en-US" b="1" dirty="0"/>
              <a:t>Simple syntax:</a:t>
            </a:r>
            <a:br>
              <a:rPr lang="en-US" dirty="0"/>
            </a:br>
            <a:r>
              <a:rPr lang="en-US" dirty="0"/>
              <a:t>Python uses simple and readable code similar to the English language. </a:t>
            </a:r>
          </a:p>
          <a:p>
            <a:r>
              <a:rPr lang="en-US" b="1" dirty="0"/>
              <a:t>Open-source:</a:t>
            </a:r>
            <a:br>
              <a:rPr lang="en-US" dirty="0"/>
            </a:br>
            <a:r>
              <a:rPr lang="en-US" dirty="0"/>
              <a:t>Python is free to use, download, and modify by anyone. </a:t>
            </a:r>
          </a:p>
          <a:p>
            <a:r>
              <a:rPr lang="en-US" b="1" dirty="0"/>
              <a:t>Platform independent:</a:t>
            </a:r>
            <a:br>
              <a:rPr lang="en-US" dirty="0"/>
            </a:br>
            <a:r>
              <a:rPr lang="en-US" dirty="0"/>
              <a:t>Python programs can run on different operating systems like Windows, Linux, and macOS without changing the code. </a:t>
            </a:r>
          </a:p>
          <a:p>
            <a:r>
              <a:rPr lang="en-US" b="1" dirty="0"/>
              <a:t>Object-oriented:</a:t>
            </a:r>
            <a:br>
              <a:rPr lang="en-US" dirty="0"/>
            </a:br>
            <a:r>
              <a:rPr lang="en-US" dirty="0"/>
              <a:t>Python supports object-oriented programming, which helps organize code using classes and objects. </a:t>
            </a:r>
          </a:p>
          <a:p>
            <a:r>
              <a:rPr lang="en-US" b="1" dirty="0"/>
              <a:t>Large standard library:</a:t>
            </a:r>
            <a:br>
              <a:rPr lang="en-US" dirty="0"/>
            </a:br>
            <a:r>
              <a:rPr lang="en-US" dirty="0"/>
              <a:t>Python provides many built-in modules and functions for different tasks. </a:t>
            </a:r>
          </a:p>
          <a:p>
            <a:r>
              <a:rPr lang="en-US" b="1" dirty="0"/>
              <a:t>Dynamically typed:</a:t>
            </a:r>
            <a:br>
              <a:rPr lang="en-US" dirty="0"/>
            </a:br>
            <a:r>
              <a:rPr lang="en-US" dirty="0"/>
              <a:t>In Python, there is no need to declare the data type of a variable explicitly; Python automatically identifies it during execution. </a:t>
            </a:r>
          </a:p>
        </p:txBody>
      </p:sp>
    </p:spTree>
    <p:extLst>
      <p:ext uri="{BB962C8B-B14F-4D97-AF65-F5344CB8AC3E}">
        <p14:creationId xmlns:p14="http://schemas.microsoft.com/office/powerpoint/2010/main" val="372134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1A05-9F1E-F0CC-FA8A-8B275415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D848B-F7E5-D1D3-0E44-0FC8FF61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1. Install Python</a:t>
            </a:r>
          </a:p>
          <a:p>
            <a:r>
              <a:rPr lang="en-IN" b="1" dirty="0"/>
              <a:t>Step 1: Open Python Official Website</a:t>
            </a:r>
          </a:p>
          <a:p>
            <a:r>
              <a:rPr lang="en-IN" dirty="0"/>
              <a:t>Go to:</a:t>
            </a:r>
          </a:p>
          <a:p>
            <a:r>
              <a:rPr lang="en-IN" dirty="0">
                <a:hlinkClick r:id="rId2"/>
              </a:rPr>
              <a:t>Python Official Website</a:t>
            </a:r>
            <a:endParaRPr lang="en-IN" dirty="0"/>
          </a:p>
          <a:p>
            <a:r>
              <a:rPr lang="en-IN" b="1" dirty="0"/>
              <a:t>Step 2: Download Python</a:t>
            </a:r>
          </a:p>
          <a:p>
            <a:r>
              <a:rPr lang="en-IN" dirty="0"/>
              <a:t>Click </a:t>
            </a:r>
            <a:r>
              <a:rPr lang="en-IN" b="1" dirty="0"/>
              <a:t>Download Python</a:t>
            </a:r>
            <a:r>
              <a:rPr lang="en-IN" dirty="0"/>
              <a:t> </a:t>
            </a:r>
          </a:p>
          <a:p>
            <a:r>
              <a:rPr lang="en-IN" dirty="0"/>
              <a:t>Latest version will download automatically 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Python 3.x.x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1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AA3A-4AD3-466A-128A-AD2E972D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EBFF-5F33-3848-02C7-9E7E6F5D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DF2D-4FEB-09A0-5AF7-61D3A37F6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3: Run the Installer</a:t>
            </a:r>
          </a:p>
          <a:p>
            <a:r>
              <a:rPr lang="en-US" dirty="0"/>
              <a:t>After downloading:</a:t>
            </a:r>
          </a:p>
          <a:p>
            <a:r>
              <a:rPr lang="en-US" dirty="0"/>
              <a:t>Double-click the installer </a:t>
            </a:r>
          </a:p>
          <a:p>
            <a:r>
              <a:rPr lang="en-US" b="1" dirty="0"/>
              <a:t>IMPORTANT</a:t>
            </a:r>
          </a:p>
          <a:p>
            <a:r>
              <a:rPr lang="en-US" dirty="0"/>
              <a:t>✔ Tick the checkbox:</a:t>
            </a:r>
          </a:p>
          <a:p>
            <a:r>
              <a:rPr lang="en-US" dirty="0"/>
              <a:t>Add Python to PATH</a:t>
            </a:r>
          </a:p>
          <a:p>
            <a:r>
              <a:rPr lang="en-US" dirty="0"/>
              <a:t>Then click:</a:t>
            </a:r>
          </a:p>
          <a:p>
            <a:r>
              <a:rPr lang="en-US" dirty="0"/>
              <a:t>Install Now</a:t>
            </a:r>
          </a:p>
        </p:txBody>
      </p:sp>
    </p:spTree>
    <p:extLst>
      <p:ext uri="{BB962C8B-B14F-4D97-AF65-F5344CB8AC3E}">
        <p14:creationId xmlns:p14="http://schemas.microsoft.com/office/powerpoint/2010/main" val="379969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5BAE-AFF9-7FF6-01C0-7887D534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CD0E-7536-3F40-D769-5FD7CDEB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9E37-BAC1-ECDF-8D60-1DC13DE32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4: Verify Installation</a:t>
            </a:r>
          </a:p>
          <a:p>
            <a:r>
              <a:rPr lang="en-US" dirty="0"/>
              <a:t>Open Command Prompt and type:</a:t>
            </a:r>
          </a:p>
          <a:p>
            <a:r>
              <a:rPr lang="en-US" dirty="0"/>
              <a:t>python --version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python -V</a:t>
            </a:r>
          </a:p>
          <a:p>
            <a:r>
              <a:rPr lang="en-US" dirty="0"/>
              <a:t>You should see something like:</a:t>
            </a:r>
          </a:p>
          <a:p>
            <a:r>
              <a:rPr lang="en-US" dirty="0"/>
              <a:t>Python 3.13.0</a:t>
            </a:r>
          </a:p>
        </p:txBody>
      </p:sp>
    </p:spTree>
    <p:extLst>
      <p:ext uri="{BB962C8B-B14F-4D97-AF65-F5344CB8AC3E}">
        <p14:creationId xmlns:p14="http://schemas.microsoft.com/office/powerpoint/2010/main" val="28633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8512F-232B-73AC-3D50-F0CBFC12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BFDA-8750-96BF-8CE9-107AA7BF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07C3-C32F-B815-2FA0-82BAE0175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2. Install VS Code</a:t>
            </a:r>
          </a:p>
          <a:p>
            <a:r>
              <a:rPr lang="en-IN" b="1" dirty="0"/>
              <a:t>Step 1: Open VS Code Website</a:t>
            </a:r>
          </a:p>
          <a:p>
            <a:r>
              <a:rPr lang="en-IN" dirty="0">
                <a:hlinkClick r:id="rId2"/>
              </a:rPr>
              <a:t>Visual Studio Code Official Website</a:t>
            </a:r>
            <a:endParaRPr lang="en-IN" dirty="0"/>
          </a:p>
          <a:p>
            <a:r>
              <a:rPr lang="en-IN" b="1" dirty="0"/>
              <a:t>Step 2: Download VS Code</a:t>
            </a:r>
          </a:p>
          <a:p>
            <a:r>
              <a:rPr lang="en-IN" dirty="0"/>
              <a:t>Click </a:t>
            </a:r>
            <a:r>
              <a:rPr lang="en-IN" b="1" dirty="0"/>
              <a:t>Download for Windows</a:t>
            </a:r>
            <a:r>
              <a:rPr lang="en-IN" dirty="0"/>
              <a:t> </a:t>
            </a:r>
          </a:p>
          <a:p>
            <a:r>
              <a:rPr lang="en-IN" b="1" dirty="0"/>
              <a:t>Step 3: Install VS Code</a:t>
            </a:r>
          </a:p>
          <a:p>
            <a:r>
              <a:rPr lang="en-IN" dirty="0"/>
              <a:t>During installation:</a:t>
            </a:r>
            <a:br>
              <a:rPr lang="en-IN" dirty="0"/>
            </a:br>
            <a:r>
              <a:rPr lang="en-IN" dirty="0"/>
              <a:t>✔ Tick these options:</a:t>
            </a:r>
          </a:p>
          <a:p>
            <a:r>
              <a:rPr lang="en-IN" dirty="0"/>
              <a:t>Add to PATH</a:t>
            </a:r>
            <a:br>
              <a:rPr lang="en-IN" dirty="0"/>
            </a:br>
            <a:r>
              <a:rPr lang="en-IN" dirty="0"/>
              <a:t>Open with Code</a:t>
            </a:r>
          </a:p>
          <a:p>
            <a:r>
              <a:rPr lang="en-IN" dirty="0"/>
              <a:t>Then click:</a:t>
            </a:r>
          </a:p>
          <a:p>
            <a:r>
              <a:rPr lang="en-IN" dirty="0"/>
              <a:t>Next → Install</a:t>
            </a:r>
          </a:p>
        </p:txBody>
      </p:sp>
    </p:spTree>
    <p:extLst>
      <p:ext uri="{BB962C8B-B14F-4D97-AF65-F5344CB8AC3E}">
        <p14:creationId xmlns:p14="http://schemas.microsoft.com/office/powerpoint/2010/main" val="334848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7262A-0B79-57AE-9668-1AF5BFDD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A1EA-F453-E213-64DD-3BF23C4E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904BB-CF12-E7B3-6187-DA8127328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Install Python Extension in VS Code</a:t>
            </a:r>
          </a:p>
          <a:p>
            <a:r>
              <a:rPr lang="en-US" b="1" dirty="0"/>
              <a:t>Step 1: Open VS Code</a:t>
            </a:r>
          </a:p>
          <a:p>
            <a:r>
              <a:rPr lang="en-US" b="1" dirty="0"/>
              <a:t>Step 2: Open Extensions</a:t>
            </a:r>
          </a:p>
          <a:p>
            <a:r>
              <a:rPr lang="en-US" dirty="0"/>
              <a:t>Click:</a:t>
            </a:r>
          </a:p>
          <a:p>
            <a:r>
              <a:rPr lang="en-US" dirty="0"/>
              <a:t>Extensions Icon</a:t>
            </a:r>
          </a:p>
          <a:p>
            <a:r>
              <a:rPr lang="en-US" dirty="0"/>
              <a:t>OR press:</a:t>
            </a:r>
          </a:p>
          <a:p>
            <a:r>
              <a:rPr lang="en-US" dirty="0"/>
              <a:t>Ctrl + Shift + X</a:t>
            </a:r>
          </a:p>
          <a:p>
            <a:r>
              <a:rPr lang="en-US" b="1" dirty="0"/>
              <a:t>Step 3: Search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Install:</a:t>
            </a:r>
          </a:p>
          <a:p>
            <a:r>
              <a:rPr lang="en-US" dirty="0"/>
              <a:t>Microsoft Python Extension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94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1192-8B71-AAD2-F9AE-CF85F377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9FB1-320E-6438-61DC-AEB238DE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5738B-F306-8207-7831-75C9DA05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4. Create First Python Program</a:t>
            </a:r>
          </a:p>
          <a:p>
            <a:r>
              <a:rPr lang="en-IN" b="1" dirty="0"/>
              <a:t>Step 1: Create Folder</a:t>
            </a:r>
          </a:p>
          <a:p>
            <a:r>
              <a:rPr lang="en-IN" dirty="0"/>
              <a:t>Example:</a:t>
            </a:r>
          </a:p>
          <a:p>
            <a:r>
              <a:rPr lang="en-IN" dirty="0" err="1"/>
              <a:t>Python_Practice</a:t>
            </a:r>
            <a:endParaRPr lang="en-IN" dirty="0"/>
          </a:p>
          <a:p>
            <a:r>
              <a:rPr lang="en-IN" b="1" dirty="0"/>
              <a:t>Step 2: Open Folder in VS Code</a:t>
            </a:r>
          </a:p>
          <a:p>
            <a:r>
              <a:rPr lang="en-IN" dirty="0"/>
              <a:t>File → Open Folder </a:t>
            </a:r>
          </a:p>
          <a:p>
            <a:r>
              <a:rPr lang="en-IN" b="1" dirty="0"/>
              <a:t>Step 3: Create File</a:t>
            </a:r>
          </a:p>
          <a:p>
            <a:r>
              <a:rPr lang="en-IN" dirty="0"/>
              <a:t>Create:</a:t>
            </a:r>
          </a:p>
          <a:p>
            <a:r>
              <a:rPr lang="en-IN" dirty="0"/>
              <a:t>hello.py</a:t>
            </a:r>
          </a:p>
          <a:p>
            <a:r>
              <a:rPr lang="en-IN" b="1" dirty="0"/>
              <a:t>Step 4: Write Code</a:t>
            </a:r>
          </a:p>
          <a:p>
            <a:r>
              <a:rPr lang="en-IN" dirty="0"/>
              <a:t>print("Hello World")</a:t>
            </a:r>
          </a:p>
        </p:txBody>
      </p:sp>
    </p:spTree>
    <p:extLst>
      <p:ext uri="{BB962C8B-B14F-4D97-AF65-F5344CB8AC3E}">
        <p14:creationId xmlns:p14="http://schemas.microsoft.com/office/powerpoint/2010/main" val="1266680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D703-B52F-B65E-EF3B-BD0BB463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43A6-00FB-0B0F-0AC4-7ECB51E5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4E680-76D1-CB8E-05B0-457F9DD1F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5. Run Python Program in VS Code</a:t>
            </a:r>
          </a:p>
          <a:p>
            <a:r>
              <a:rPr lang="en-IN" b="1" dirty="0"/>
              <a:t>Method 1: Run Button</a:t>
            </a:r>
          </a:p>
          <a:p>
            <a:r>
              <a:rPr lang="en-IN" dirty="0"/>
              <a:t>Click:</a:t>
            </a:r>
          </a:p>
          <a:p>
            <a:r>
              <a:rPr lang="en-IN" dirty="0"/>
              <a:t>▶ Run</a:t>
            </a:r>
          </a:p>
          <a:p>
            <a:r>
              <a:rPr lang="en-IN" dirty="0"/>
              <a:t>at top-right corner</a:t>
            </a:r>
          </a:p>
          <a:p>
            <a:r>
              <a:rPr lang="en-IN" b="1" dirty="0"/>
              <a:t>Method 2: Terminal</a:t>
            </a:r>
          </a:p>
          <a:p>
            <a:r>
              <a:rPr lang="en-IN" dirty="0"/>
              <a:t>Open terminal:</a:t>
            </a:r>
          </a:p>
          <a:p>
            <a:r>
              <a:rPr lang="en-IN" dirty="0"/>
              <a:t>Ctrl + `</a:t>
            </a:r>
          </a:p>
          <a:p>
            <a:r>
              <a:rPr lang="en-IN" dirty="0"/>
              <a:t>Run:</a:t>
            </a:r>
          </a:p>
          <a:p>
            <a:r>
              <a:rPr lang="en-IN" dirty="0"/>
              <a:t>python hello.py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103326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9399-855F-A5D2-AF91-CB7B06EC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625A-7457-BB0B-968C-605031E5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Installation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3588F-D783-C9B9-8ABE-1FAF61B1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Install Important Extensions (Optional)</a:t>
            </a:r>
          </a:p>
          <a:p>
            <a:r>
              <a:rPr lang="en-US" dirty="0"/>
              <a:t>You can also install:</a:t>
            </a:r>
          </a:p>
          <a:p>
            <a:r>
              <a:rPr lang="en-US" dirty="0"/>
              <a:t>Python Debugger </a:t>
            </a:r>
          </a:p>
          <a:p>
            <a:r>
              <a:rPr lang="en-US" dirty="0" err="1"/>
              <a:t>Pylance</a:t>
            </a:r>
            <a:r>
              <a:rPr lang="en-US" dirty="0"/>
              <a:t> </a:t>
            </a:r>
          </a:p>
          <a:p>
            <a:r>
              <a:rPr lang="en-US" dirty="0" err="1"/>
              <a:t>Jupyter</a:t>
            </a:r>
            <a:r>
              <a:rPr lang="en-US" dirty="0"/>
              <a:t> </a:t>
            </a:r>
          </a:p>
          <a:p>
            <a:r>
              <a:rPr lang="en-US" dirty="0"/>
              <a:t>from Extensions section.</a:t>
            </a:r>
          </a:p>
        </p:txBody>
      </p:sp>
    </p:spTree>
    <p:extLst>
      <p:ext uri="{BB962C8B-B14F-4D97-AF65-F5344CB8AC3E}">
        <p14:creationId xmlns:p14="http://schemas.microsoft.com/office/powerpoint/2010/main" val="263490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251A5-582E-EFA3-4498-48DC0DCA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First Python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60540-9785-310C-8B9D-9EDCB0BDD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print("Hello World")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Hello World</a:t>
            </a:r>
          </a:p>
          <a:p>
            <a:r>
              <a:rPr lang="en-US" b="1" dirty="0"/>
              <a:t>Explanation</a:t>
            </a:r>
          </a:p>
          <a:p>
            <a:r>
              <a:rPr lang="en-US" dirty="0"/>
              <a:t>print() function displays output on the screen.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17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33E8-E64E-03FB-0B49-8861B3F4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6D64-038D-CDF3-5CE6-E9E30175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are used to store data.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name = "John"</a:t>
            </a:r>
            <a:br>
              <a:rPr lang="en-US" dirty="0"/>
            </a:br>
            <a:r>
              <a:rPr lang="en-US" dirty="0"/>
              <a:t>age = 20</a:t>
            </a:r>
            <a:br>
              <a:rPr lang="en-US" dirty="0"/>
            </a:br>
            <a:r>
              <a:rPr lang="en-US" dirty="0"/>
              <a:t>salary = 25000.50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87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F3B0-B601-47EE-AF26-CD1DAE81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D458-3508-8519-4313-6FA54322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46994-0034-C7BD-26AC-1CFEA47C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Rules for </a:t>
            </a:r>
            <a:r>
              <a:rPr lang="en-IN" dirty="0" err="1"/>
              <a:t>Variab</a:t>
            </a:r>
            <a:endParaRPr lang="en-IN" dirty="0"/>
          </a:p>
          <a:p>
            <a:r>
              <a:rPr lang="en-IN" b="1" dirty="0"/>
              <a:t>Valid</a:t>
            </a:r>
          </a:p>
          <a:p>
            <a:r>
              <a:rPr lang="en-IN" dirty="0" err="1"/>
              <a:t>student_name</a:t>
            </a:r>
            <a:br>
              <a:rPr lang="en-IN" dirty="0"/>
            </a:br>
            <a:r>
              <a:rPr lang="en-IN" dirty="0"/>
              <a:t>total1</a:t>
            </a:r>
            <a:br>
              <a:rPr lang="en-IN" dirty="0"/>
            </a:br>
            <a:r>
              <a:rPr lang="en-IN" dirty="0"/>
              <a:t>marks</a:t>
            </a:r>
          </a:p>
          <a:p>
            <a:r>
              <a:rPr lang="en-IN" b="1" dirty="0"/>
              <a:t>Invalid</a:t>
            </a:r>
          </a:p>
          <a:p>
            <a:r>
              <a:rPr lang="en-IN" dirty="0"/>
              <a:t>1name</a:t>
            </a:r>
            <a:br>
              <a:rPr lang="en-IN" dirty="0"/>
            </a:br>
            <a:r>
              <a:rPr lang="en-IN" dirty="0"/>
              <a:t>student-name</a:t>
            </a:r>
            <a:br>
              <a:rPr lang="en-IN" dirty="0"/>
            </a:br>
            <a:r>
              <a:rPr lang="en-IN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71358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754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Introduction to Python</vt:lpstr>
      <vt:lpstr>1. Conceptual Introduction to Python</vt:lpstr>
      <vt:lpstr>1. Conceptual Introduction to Python</vt:lpstr>
      <vt:lpstr>1. Conceptual Introduction to Python</vt:lpstr>
      <vt:lpstr>1. Conceptual Introduction to Python</vt:lpstr>
      <vt:lpstr>3. Installation of Python</vt:lpstr>
      <vt:lpstr>3. Installation of Python</vt:lpstr>
      <vt:lpstr>3. Installation of Python</vt:lpstr>
      <vt:lpstr>3. Installation of Python</vt:lpstr>
      <vt:lpstr>3. Installation of Python</vt:lpstr>
      <vt:lpstr>3. Installation of Python</vt:lpstr>
      <vt:lpstr>3. Installation of Python</vt:lpstr>
      <vt:lpstr>3. Installation of Python</vt:lpstr>
      <vt:lpstr>4. First Python Program</vt:lpstr>
      <vt:lpstr>5. Python Variables</vt:lpstr>
      <vt:lpstr>5. Python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14</cp:revision>
  <dcterms:created xsi:type="dcterms:W3CDTF">2026-05-10T10:54:59Z</dcterms:created>
  <dcterms:modified xsi:type="dcterms:W3CDTF">2026-05-10T11:17:50Z</dcterms:modified>
</cp:coreProperties>
</file>